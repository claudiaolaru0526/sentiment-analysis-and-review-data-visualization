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</p:sldIdLst>
  <p:sldSz cx="18288000" cy="10287000"/>
  <p:notesSz cx="6858000" cy="9144000"/>
  <p:embeddedFontLst>
    <p:embeddedFont>
      <p:font typeface="Ballpoint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hildos Arabic" panose="020B0604020202020204" charset="-78"/>
      <p:regular r:id="rId14"/>
    </p:embeddedFont>
    <p:embeddedFont>
      <p:font typeface="Itim" panose="020B0604020202020204" charset="-34"/>
      <p:regular r:id="rId15"/>
    </p:embeddedFont>
    <p:embeddedFont>
      <p:font typeface="A Day Without Sun Text Bold" panose="020B0604020202020204" charset="0"/>
      <p:regular r:id="rId16"/>
    </p:embeddedFont>
    <p:embeddedFont>
      <p:font typeface="Dekko" panose="020B0604020202020204" charset="-18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8" Type="http://schemas.openxmlformats.org/officeDocument/2006/relationships/image" Target="../media/image28.svg"/><Relationship Id="rId18" Type="http://schemas.openxmlformats.org/officeDocument/2006/relationships/image" Target="../media/image22.png"/><Relationship Id="rId3" Type="http://schemas.openxmlformats.org/officeDocument/2006/relationships/image" Target="../media/image15.png"/><Relationship Id="rId12" Type="http://schemas.openxmlformats.org/officeDocument/2006/relationships/image" Target="../media/image32.svg"/><Relationship Id="rId17" Type="http://schemas.openxmlformats.org/officeDocument/2006/relationships/image" Target="../media/image21.png"/><Relationship Id="rId2" Type="http://schemas.openxmlformats.org/officeDocument/2006/relationships/image" Target="../media/image1.jpeg"/><Relationship Id="rId16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19.jpeg"/><Relationship Id="rId10" Type="http://schemas.openxmlformats.org/officeDocument/2006/relationships/image" Target="../media/image30.svg"/><Relationship Id="rId4" Type="http://schemas.openxmlformats.org/officeDocument/2006/relationships/image" Target="../media/image16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jpeg"/><Relationship Id="rId3" Type="http://schemas.openxmlformats.org/officeDocument/2006/relationships/image" Target="../media/image23.png"/><Relationship Id="rId12" Type="http://schemas.openxmlformats.org/officeDocument/2006/relationships/image" Target="../media/image26.jpeg"/><Relationship Id="rId2" Type="http://schemas.openxmlformats.org/officeDocument/2006/relationships/image" Target="../media/image1.jpeg"/><Relationship Id="rId16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38.svg"/><Relationship Id="rId5" Type="http://schemas.openxmlformats.org/officeDocument/2006/relationships/image" Target="../media/image11.png"/><Relationship Id="rId15" Type="http://schemas.openxmlformats.org/officeDocument/2006/relationships/image" Target="../media/image28.jpeg"/><Relationship Id="rId10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18.sv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0.png"/><Relationship Id="rId10" Type="http://schemas.openxmlformats.org/officeDocument/2006/relationships/image" Target="../media/image42.sv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8.svg"/><Relationship Id="rId3" Type="http://schemas.openxmlformats.org/officeDocument/2006/relationships/image" Target="../media/image32.png"/><Relationship Id="rId7" Type="http://schemas.openxmlformats.org/officeDocument/2006/relationships/image" Target="../media/image9.png"/><Relationship Id="rId12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blog.robofun.ro/" TargetMode="External"/><Relationship Id="rId11" Type="http://schemas.openxmlformats.org/officeDocument/2006/relationships/image" Target="../media/image30.svg"/><Relationship Id="rId5" Type="http://schemas.openxmlformats.org/officeDocument/2006/relationships/hyperlink" Target="http://www.noobz.ro/" TargetMode="External"/><Relationship Id="rId10" Type="http://schemas.openxmlformats.org/officeDocument/2006/relationships/image" Target="../media/image22.png"/><Relationship Id="rId4" Type="http://schemas.openxmlformats.org/officeDocument/2006/relationships/hyperlink" Target="http://www.canva.com/" TargetMode="External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76154">
            <a:off x="3179887" y="-2087389"/>
            <a:ext cx="11386258" cy="14461778"/>
          </a:xfrm>
          <a:custGeom>
            <a:avLst/>
            <a:gdLst/>
            <a:ahLst/>
            <a:cxnLst/>
            <a:rect l="l" t="t" r="r" b="b"/>
            <a:pathLst>
              <a:path w="11386258" h="14461778">
                <a:moveTo>
                  <a:pt x="0" y="0"/>
                </a:moveTo>
                <a:lnTo>
                  <a:pt x="11386258" y="0"/>
                </a:lnTo>
                <a:lnTo>
                  <a:pt x="11386258" y="14461778"/>
                </a:lnTo>
                <a:lnTo>
                  <a:pt x="0" y="1446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06500" y="3313492"/>
            <a:ext cx="10102412" cy="359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58"/>
              </a:lnSpc>
            </a:pPr>
            <a:r>
              <a:rPr lang="en-US" sz="18500" b="1" spc="-288" dirty="0" smtClean="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PROIECT 3</a:t>
            </a:r>
            <a:endParaRPr lang="en-US" sz="18500" b="1" spc="-288" dirty="0">
              <a:solidFill>
                <a:srgbClr val="000000"/>
              </a:solidFill>
              <a:latin typeface="A Day Without Sun Text Bold"/>
              <a:ea typeface="A Day Without Sun Text Bold"/>
              <a:cs typeface="A Day Without Sun Text Bold"/>
              <a:sym typeface="A Day Without Sun Tex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14509" y="7877377"/>
            <a:ext cx="794569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 err="1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Realizat</a:t>
            </a:r>
            <a:r>
              <a:rPr lang="en-US" sz="300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de: </a:t>
            </a:r>
            <a:r>
              <a:rPr lang="en-US" sz="3000" dirty="0" err="1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Dumi</a:t>
            </a:r>
            <a:r>
              <a:rPr lang="ro-RO" sz="300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trașcu Livia, Gălămuj Andrada, Olaru Claudia</a:t>
            </a:r>
            <a:endParaRPr lang="en-US" sz="300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35662" y="2278233"/>
            <a:ext cx="8216677" cy="169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9"/>
              </a:lnSpc>
              <a:spcBef>
                <a:spcPct val="0"/>
              </a:spcBef>
            </a:pPr>
            <a:r>
              <a:rPr lang="ro-RO" sz="10599" spc="116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Vă prezentăm</a:t>
            </a:r>
            <a:endParaRPr lang="en-US" sz="10599" spc="116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7" name="Freeform 7"/>
          <p:cNvSpPr/>
          <p:nvPr/>
        </p:nvSpPr>
        <p:spPr>
          <a:xfrm rot="1060722" flipH="1">
            <a:off x="304583" y="1362589"/>
            <a:ext cx="4562127" cy="4588963"/>
          </a:xfrm>
          <a:custGeom>
            <a:avLst/>
            <a:gdLst/>
            <a:ahLst/>
            <a:cxnLst/>
            <a:rect l="l" t="t" r="r" b="b"/>
            <a:pathLst>
              <a:path w="4562127" h="4588963">
                <a:moveTo>
                  <a:pt x="4562126" y="0"/>
                </a:moveTo>
                <a:lnTo>
                  <a:pt x="0" y="0"/>
                </a:lnTo>
                <a:lnTo>
                  <a:pt x="0" y="4588963"/>
                </a:lnTo>
                <a:lnTo>
                  <a:pt x="4562126" y="4588963"/>
                </a:lnTo>
                <a:lnTo>
                  <a:pt x="456212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71662">
            <a:off x="1556484" y="2783598"/>
            <a:ext cx="2058324" cy="1968507"/>
          </a:xfrm>
          <a:custGeom>
            <a:avLst/>
            <a:gdLst/>
            <a:ahLst/>
            <a:cxnLst/>
            <a:rect l="l" t="t" r="r" b="b"/>
            <a:pathLst>
              <a:path w="2058324" h="1968507">
                <a:moveTo>
                  <a:pt x="0" y="0"/>
                </a:moveTo>
                <a:lnTo>
                  <a:pt x="2058324" y="0"/>
                </a:lnTo>
                <a:lnTo>
                  <a:pt x="2058324" y="1968507"/>
                </a:lnTo>
                <a:lnTo>
                  <a:pt x="0" y="1968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86" flipH="1">
            <a:off x="13066934" y="4998174"/>
            <a:ext cx="4581499" cy="4608449"/>
          </a:xfrm>
          <a:custGeom>
            <a:avLst/>
            <a:gdLst/>
            <a:ahLst/>
            <a:cxnLst/>
            <a:rect l="l" t="t" r="r" b="b"/>
            <a:pathLst>
              <a:path w="4581499" h="4608449">
                <a:moveTo>
                  <a:pt x="4581499" y="0"/>
                </a:moveTo>
                <a:lnTo>
                  <a:pt x="0" y="0"/>
                </a:lnTo>
                <a:lnTo>
                  <a:pt x="0" y="4608448"/>
                </a:lnTo>
                <a:lnTo>
                  <a:pt x="4581499" y="4608448"/>
                </a:lnTo>
                <a:lnTo>
                  <a:pt x="458149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344794" y="6449138"/>
            <a:ext cx="2025780" cy="1966848"/>
          </a:xfrm>
          <a:custGeom>
            <a:avLst/>
            <a:gdLst/>
            <a:ahLst/>
            <a:cxnLst/>
            <a:rect l="l" t="t" r="r" b="b"/>
            <a:pathLst>
              <a:path w="2025780" h="1966848">
                <a:moveTo>
                  <a:pt x="0" y="0"/>
                </a:moveTo>
                <a:lnTo>
                  <a:pt x="2025780" y="0"/>
                </a:lnTo>
                <a:lnTo>
                  <a:pt x="2025780" y="1966848"/>
                </a:lnTo>
                <a:lnTo>
                  <a:pt x="0" y="1966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3459258" flipH="1">
            <a:off x="13378512" y="1179570"/>
            <a:ext cx="2506725" cy="3905663"/>
          </a:xfrm>
          <a:custGeom>
            <a:avLst/>
            <a:gdLst/>
            <a:ahLst/>
            <a:cxnLst/>
            <a:rect l="l" t="t" r="r" b="b"/>
            <a:pathLst>
              <a:path w="2506725" h="3905663">
                <a:moveTo>
                  <a:pt x="2506725" y="0"/>
                </a:moveTo>
                <a:lnTo>
                  <a:pt x="0" y="0"/>
                </a:lnTo>
                <a:lnTo>
                  <a:pt x="0" y="3905662"/>
                </a:lnTo>
                <a:lnTo>
                  <a:pt x="2506725" y="3905662"/>
                </a:lnTo>
                <a:lnTo>
                  <a:pt x="250672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4245636" flipH="1">
            <a:off x="2579731" y="5973413"/>
            <a:ext cx="1705687" cy="3374560"/>
          </a:xfrm>
          <a:custGeom>
            <a:avLst/>
            <a:gdLst/>
            <a:ahLst/>
            <a:cxnLst/>
            <a:rect l="l" t="t" r="r" b="b"/>
            <a:pathLst>
              <a:path w="1705687" h="3374560">
                <a:moveTo>
                  <a:pt x="1705687" y="0"/>
                </a:moveTo>
                <a:lnTo>
                  <a:pt x="0" y="0"/>
                </a:lnTo>
                <a:lnTo>
                  <a:pt x="0" y="3374560"/>
                </a:lnTo>
                <a:lnTo>
                  <a:pt x="1705687" y="3374560"/>
                </a:lnTo>
                <a:lnTo>
                  <a:pt x="1705687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488334">
            <a:off x="7097944" y="6933894"/>
            <a:ext cx="3788362" cy="737009"/>
          </a:xfrm>
          <a:custGeom>
            <a:avLst/>
            <a:gdLst/>
            <a:ahLst/>
            <a:cxnLst/>
            <a:rect l="l" t="t" r="r" b="b"/>
            <a:pathLst>
              <a:path w="3788362" h="737009">
                <a:moveTo>
                  <a:pt x="0" y="0"/>
                </a:moveTo>
                <a:lnTo>
                  <a:pt x="3788363" y="0"/>
                </a:lnTo>
                <a:lnTo>
                  <a:pt x="3788363" y="737008"/>
                </a:lnTo>
                <a:lnTo>
                  <a:pt x="0" y="73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76154">
            <a:off x="1971508" y="-2710729"/>
            <a:ext cx="14344983" cy="18219679"/>
          </a:xfrm>
          <a:custGeom>
            <a:avLst/>
            <a:gdLst/>
            <a:ahLst/>
            <a:cxnLst/>
            <a:rect l="l" t="t" r="r" b="b"/>
            <a:pathLst>
              <a:path w="14344983" h="18219679">
                <a:moveTo>
                  <a:pt x="0" y="0"/>
                </a:moveTo>
                <a:lnTo>
                  <a:pt x="14344984" y="0"/>
                </a:lnTo>
                <a:lnTo>
                  <a:pt x="14344984" y="18219678"/>
                </a:lnTo>
                <a:lnTo>
                  <a:pt x="0" y="18219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1805">
            <a:off x="3683463" y="6287511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1805">
            <a:off x="3668543" y="7894800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31805">
            <a:off x="3668543" y="4680202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31805">
            <a:off x="10021337" y="4680202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1805">
            <a:off x="10051177" y="6282390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31805">
            <a:off x="10084335" y="7911433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6" y="0"/>
                </a:lnTo>
                <a:lnTo>
                  <a:pt x="1454666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81505" y="1634476"/>
            <a:ext cx="1389707" cy="1781676"/>
          </a:xfrm>
          <a:custGeom>
            <a:avLst/>
            <a:gdLst/>
            <a:ahLst/>
            <a:cxnLst/>
            <a:rect l="l" t="t" r="r" b="b"/>
            <a:pathLst>
              <a:path w="1389707" h="1781676">
                <a:moveTo>
                  <a:pt x="0" y="0"/>
                </a:moveTo>
                <a:lnTo>
                  <a:pt x="1389707" y="0"/>
                </a:lnTo>
                <a:lnTo>
                  <a:pt x="13897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541580" y="2006586"/>
            <a:ext cx="13683165" cy="2768534"/>
          </a:xfrm>
          <a:custGeom>
            <a:avLst/>
            <a:gdLst/>
            <a:ahLst/>
            <a:cxnLst/>
            <a:rect l="l" t="t" r="r" b="b"/>
            <a:pathLst>
              <a:path w="6299688" h="2519875">
                <a:moveTo>
                  <a:pt x="0" y="0"/>
                </a:moveTo>
                <a:lnTo>
                  <a:pt x="6299688" y="0"/>
                </a:lnTo>
                <a:lnTo>
                  <a:pt x="6299688" y="2519875"/>
                </a:lnTo>
                <a:lnTo>
                  <a:pt x="0" y="2519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04244" y="1615448"/>
            <a:ext cx="13536620" cy="2064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22"/>
              </a:lnSpc>
              <a:spcBef>
                <a:spcPct val="0"/>
              </a:spcBef>
            </a:pPr>
            <a:r>
              <a:rPr lang="ro-RO" sz="4400" spc="314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Analiza și vizualizarea reacțiilor dintr-o recenzie text</a:t>
            </a:r>
            <a:endParaRPr lang="en-US" sz="4400" spc="314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31287" y="4407404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31287" y="6013462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31287" y="7591203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9001" y="4364882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69661" y="4933543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IMPLEMENTARE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878314" y="8165246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TIPURI DE REACȚII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878314" y="6511017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TEHNOLOGII UTILIZATE 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878314" y="4992659"/>
            <a:ext cx="5078987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INTRODUCERE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99001" y="6071835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36503" y="6527649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STUDIU DE CAZ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313922" y="7650315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52622" y="8106130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en-US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</a:t>
            </a: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NCLUZII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5" name="Freeform 25"/>
          <p:cNvSpPr/>
          <p:nvPr/>
        </p:nvSpPr>
        <p:spPr>
          <a:xfrm rot="740594">
            <a:off x="15415625" y="3524709"/>
            <a:ext cx="1389707" cy="1781676"/>
          </a:xfrm>
          <a:custGeom>
            <a:avLst/>
            <a:gdLst/>
            <a:ahLst/>
            <a:cxnLst/>
            <a:rect l="l" t="t" r="r" b="b"/>
            <a:pathLst>
              <a:path w="1389707" h="1781676">
                <a:moveTo>
                  <a:pt x="0" y="0"/>
                </a:moveTo>
                <a:lnTo>
                  <a:pt x="1389707" y="0"/>
                </a:lnTo>
                <a:lnTo>
                  <a:pt x="13897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66813">
            <a:off x="3750727" y="-1706540"/>
            <a:ext cx="10786546" cy="13700079"/>
          </a:xfrm>
          <a:custGeom>
            <a:avLst/>
            <a:gdLst/>
            <a:ahLst/>
            <a:cxnLst/>
            <a:rect l="l" t="t" r="r" b="b"/>
            <a:pathLst>
              <a:path w="10786546" h="13700079">
                <a:moveTo>
                  <a:pt x="0" y="0"/>
                </a:moveTo>
                <a:lnTo>
                  <a:pt x="10786546" y="0"/>
                </a:lnTo>
                <a:lnTo>
                  <a:pt x="10786546" y="13700080"/>
                </a:lnTo>
                <a:lnTo>
                  <a:pt x="0" y="1370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1644" y="529928"/>
            <a:ext cx="4121568" cy="4114800"/>
          </a:xfrm>
          <a:custGeom>
            <a:avLst/>
            <a:gdLst/>
            <a:ahLst/>
            <a:cxnLst/>
            <a:rect l="l" t="t" r="r" b="b"/>
            <a:pathLst>
              <a:path w="4121568" h="4114800">
                <a:moveTo>
                  <a:pt x="0" y="0"/>
                </a:moveTo>
                <a:lnTo>
                  <a:pt x="4121567" y="0"/>
                </a:lnTo>
                <a:lnTo>
                  <a:pt x="41215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00336" y="1760997"/>
            <a:ext cx="10656837" cy="193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en-US" sz="12099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In</a:t>
            </a:r>
            <a:r>
              <a:rPr lang="ro-RO" sz="12099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troducere</a:t>
            </a:r>
            <a:endParaRPr lang="en-US" sz="12099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00336" y="4490334"/>
            <a:ext cx="10673910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6"/>
              </a:lnSpc>
            </a:pPr>
            <a:r>
              <a:rPr lang="ro-RO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kko"/>
                <a:ea typeface="Dekko"/>
                <a:cs typeface="Dekko"/>
                <a:sym typeface="Dekko"/>
              </a:rPr>
              <a:t>Like-ul nu mai este singur, trăiască reacțiile! </a:t>
            </a:r>
          </a:p>
          <a:p>
            <a:pPr algn="ctr">
              <a:lnSpc>
                <a:spcPts val="3966"/>
              </a:lnSpc>
            </a:pPr>
            <a:r>
              <a:rPr lang="ro-RO" sz="3600" b="1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ro-RO" sz="3027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Rețelele sociale și alte platforme digitale nu doar că țin pasul cu noile tendințe ale secolului, ci se adaptează totodată nevoilor utilizatorilor de a-și exprima liber </a:t>
            </a: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opiniile.  În acest fel, au apărut reacțiile.</a:t>
            </a:r>
          </a:p>
          <a:p>
            <a:pPr algn="ctr">
              <a:lnSpc>
                <a:spcPts val="3966"/>
              </a:lnSpc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Proiectul presupune dezvoltarea unui sistem care analizează și vizualizează  reacțiile utilizatorilor la recenzii din diverse domenii (filme, servicii, îmbrăcăminte), clasificându-le în funcție de tipul acestora.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486400" y="3938533"/>
            <a:ext cx="7315200" cy="288178"/>
            <a:chOff x="0" y="0"/>
            <a:chExt cx="9753600" cy="3842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53600" cy="212806"/>
            </a:xfrm>
            <a:custGeom>
              <a:avLst/>
              <a:gdLst/>
              <a:ahLst/>
              <a:cxnLst/>
              <a:rect l="l" t="t" r="r" b="b"/>
              <a:pathLst>
                <a:path w="9753600" h="212806">
                  <a:moveTo>
                    <a:pt x="0" y="0"/>
                  </a:moveTo>
                  <a:lnTo>
                    <a:pt x="9753600" y="0"/>
                  </a:lnTo>
                  <a:lnTo>
                    <a:pt x="9753600" y="212806"/>
                  </a:lnTo>
                  <a:lnTo>
                    <a:pt x="0" y="21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85043" y="212806"/>
              <a:ext cx="7857304" cy="171432"/>
            </a:xfrm>
            <a:custGeom>
              <a:avLst/>
              <a:gdLst/>
              <a:ahLst/>
              <a:cxnLst/>
              <a:rect l="l" t="t" r="r" b="b"/>
              <a:pathLst>
                <a:path w="7857304" h="171432">
                  <a:moveTo>
                    <a:pt x="0" y="0"/>
                  </a:moveTo>
                  <a:lnTo>
                    <a:pt x="7857304" y="0"/>
                  </a:lnTo>
                  <a:lnTo>
                    <a:pt x="7857304" y="171432"/>
                  </a:lnTo>
                  <a:lnTo>
                    <a:pt x="0" y="17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114411">
            <a:off x="709978" y="1017465"/>
            <a:ext cx="9498257" cy="13605495"/>
          </a:xfrm>
          <a:custGeom>
            <a:avLst/>
            <a:gdLst/>
            <a:ahLst/>
            <a:cxnLst/>
            <a:rect l="l" t="t" r="r" b="b"/>
            <a:pathLst>
              <a:path w="9498257" h="13605495">
                <a:moveTo>
                  <a:pt x="0" y="0"/>
                </a:moveTo>
                <a:lnTo>
                  <a:pt x="9498256" y="0"/>
                </a:lnTo>
                <a:lnTo>
                  <a:pt x="9498256" y="13605495"/>
                </a:lnTo>
                <a:lnTo>
                  <a:pt x="0" y="13605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932"/>
            </a:stretch>
          </a:blipFill>
          <a:ln>
            <a:noFill/>
          </a:ln>
        </p:spPr>
      </p:sp>
      <p:sp>
        <p:nvSpPr>
          <p:cNvPr id="11" name="Freeform 11"/>
          <p:cNvSpPr/>
          <p:nvPr/>
        </p:nvSpPr>
        <p:spPr>
          <a:xfrm rot="-5325812">
            <a:off x="5297018" y="1478122"/>
            <a:ext cx="667579" cy="532128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08864" y="2019300"/>
            <a:ext cx="9030508" cy="1920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ro-RO" sz="11500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Tehnologii utilizate</a:t>
            </a:r>
            <a:endParaRPr lang="en-US" sz="11500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Freeform 11"/>
          <p:cNvSpPr/>
          <p:nvPr/>
        </p:nvSpPr>
        <p:spPr>
          <a:xfrm rot="16353011">
            <a:off x="1902516" y="4856714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1"/>
          <p:cNvSpPr/>
          <p:nvPr/>
        </p:nvSpPr>
        <p:spPr>
          <a:xfrm rot="16353011">
            <a:off x="1890483" y="5597180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1"/>
          <p:cNvSpPr/>
          <p:nvPr/>
        </p:nvSpPr>
        <p:spPr>
          <a:xfrm rot="16353011">
            <a:off x="1902516" y="6338766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1"/>
          <p:cNvSpPr/>
          <p:nvPr/>
        </p:nvSpPr>
        <p:spPr>
          <a:xfrm rot="16353011">
            <a:off x="1890483" y="7008893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 rot="30344">
            <a:off x="1710084" y="5540708"/>
            <a:ext cx="6192641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1" name="TextBox 20"/>
          <p:cNvSpPr txBox="1"/>
          <p:nvPr/>
        </p:nvSpPr>
        <p:spPr>
          <a:xfrm rot="30344">
            <a:off x="1709716" y="6300648"/>
            <a:ext cx="6192641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C++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2" name="TextBox 21"/>
          <p:cNvSpPr txBox="1"/>
          <p:nvPr/>
        </p:nvSpPr>
        <p:spPr>
          <a:xfrm rot="30344">
            <a:off x="2143924" y="7041114"/>
            <a:ext cx="6192641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Matplotlib/Seaborn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3" name="TextBox 22"/>
          <p:cNvSpPr txBox="1"/>
          <p:nvPr/>
        </p:nvSpPr>
        <p:spPr>
          <a:xfrm rot="30344">
            <a:off x="2346612" y="8500987"/>
            <a:ext cx="7614381" cy="939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Librării NLP (Natural Language Processing)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4" name="Freeform 11"/>
          <p:cNvSpPr/>
          <p:nvPr/>
        </p:nvSpPr>
        <p:spPr>
          <a:xfrm rot="16353011">
            <a:off x="1890483" y="7750480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4"/>
          <p:cNvSpPr txBox="1"/>
          <p:nvPr/>
        </p:nvSpPr>
        <p:spPr>
          <a:xfrm rot="30344">
            <a:off x="2155956" y="7777553"/>
            <a:ext cx="619264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F</a:t>
            </a: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ișiere </a:t>
            </a: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CSV sau JSON   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1021412" y="181045"/>
            <a:ext cx="8530186" cy="9924910"/>
            <a:chOff x="10800688" y="211678"/>
            <a:chExt cx="8530186" cy="9924910"/>
          </a:xfrm>
        </p:grpSpPr>
        <p:grpSp>
          <p:nvGrpSpPr>
            <p:cNvPr id="4" name="Group 4"/>
            <p:cNvGrpSpPr/>
            <p:nvPr/>
          </p:nvGrpSpPr>
          <p:grpSpPr>
            <a:xfrm rot="21142437">
              <a:off x="10800688" y="1291634"/>
              <a:ext cx="6047737" cy="8772471"/>
              <a:chOff x="0" y="0"/>
              <a:chExt cx="7874632" cy="11696629"/>
            </a:xfrm>
          </p:grpSpPr>
          <p:sp>
            <p:nvSpPr>
              <p:cNvPr id="5" name="Freeform 5"/>
              <p:cNvSpPr/>
              <p:nvPr/>
            </p:nvSpPr>
            <p:spPr>
              <a:xfrm rot="-72509">
                <a:off x="874027" y="10354586"/>
                <a:ext cx="6451405" cy="1274152"/>
              </a:xfrm>
              <a:custGeom>
                <a:avLst/>
                <a:gdLst/>
                <a:ahLst/>
                <a:cxnLst/>
                <a:rect l="l" t="t" r="r" b="b"/>
                <a:pathLst>
                  <a:path w="6451405" h="1274152">
                    <a:moveTo>
                      <a:pt x="0" y="0"/>
                    </a:moveTo>
                    <a:lnTo>
                      <a:pt x="6451405" y="0"/>
                    </a:lnTo>
                    <a:lnTo>
                      <a:pt x="6451405" y="1274152"/>
                    </a:lnTo>
                    <a:lnTo>
                      <a:pt x="0" y="12741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/>
                </a:stretch>
              </a:blipFill>
            </p:spPr>
          </p:sp>
          <p:grpSp>
            <p:nvGrpSpPr>
              <p:cNvPr id="6" name="Group 6"/>
              <p:cNvGrpSpPr>
                <a:grpSpLocks noChangeAspect="1"/>
              </p:cNvGrpSpPr>
              <p:nvPr/>
            </p:nvGrpSpPr>
            <p:grpSpPr>
              <a:xfrm rot="21510">
                <a:off x="34414" y="24313"/>
                <a:ext cx="7805804" cy="11024243"/>
                <a:chOff x="0" y="0"/>
                <a:chExt cx="3267456" cy="4614672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0" y="0"/>
                  <a:ext cx="3267456" cy="461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7456" h="4618736">
                      <a:moveTo>
                        <a:pt x="3267456" y="4618736"/>
                      </a:moveTo>
                      <a:lnTo>
                        <a:pt x="0" y="4618736"/>
                      </a:lnTo>
                      <a:lnTo>
                        <a:pt x="0" y="0"/>
                      </a:lnTo>
                      <a:lnTo>
                        <a:pt x="3267456" y="0"/>
                      </a:lnTo>
                      <a:lnTo>
                        <a:pt x="3267456" y="4618736"/>
                      </a:lnTo>
                      <a:close/>
                    </a:path>
                  </a:pathLst>
                </a:custGeom>
                <a:blipFill>
                  <a:blip r:embed="rId14"/>
                  <a:stretch>
                    <a:fillRect l="-4" r="-4"/>
                  </a:stretch>
                </a:blipFill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56770" y="48203"/>
                  <a:ext cx="3142190" cy="3592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2190" h="3592604">
                      <a:moveTo>
                        <a:pt x="3142190" y="35325"/>
                      </a:moveTo>
                      <a:lnTo>
                        <a:pt x="3106219" y="3592604"/>
                      </a:lnTo>
                      <a:lnTo>
                        <a:pt x="0" y="3558211"/>
                      </a:lnTo>
                      <a:lnTo>
                        <a:pt x="28183" y="0"/>
                      </a:lnTo>
                      <a:lnTo>
                        <a:pt x="3142190" y="35325"/>
                      </a:lnTo>
                      <a:close/>
                    </a:path>
                  </a:pathLst>
                </a:custGeom>
                <a:blipFill>
                  <a:blip r:embed="rId15"/>
                  <a:stretch>
                    <a:fillRect l="-21204" r="-50082"/>
                  </a:stretch>
                </a:blipFill>
              </p:spPr>
            </p:sp>
          </p:grp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07771">
              <a:off x="10832357" y="1430760"/>
              <a:ext cx="5714234" cy="6559326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 rot="-10440318">
              <a:off x="15272068" y="211678"/>
              <a:ext cx="515542" cy="2100354"/>
            </a:xfrm>
            <a:custGeom>
              <a:avLst/>
              <a:gdLst/>
              <a:ahLst/>
              <a:cxnLst/>
              <a:rect l="l" t="t" r="r" b="b"/>
              <a:pathLst>
                <a:path w="515542" h="2100354">
                  <a:moveTo>
                    <a:pt x="0" y="0"/>
                  </a:moveTo>
                  <a:lnTo>
                    <a:pt x="515542" y="0"/>
                  </a:lnTo>
                  <a:lnTo>
                    <a:pt x="515542" y="2100355"/>
                  </a:lnTo>
                  <a:lnTo>
                    <a:pt x="0" y="2100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=""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14083023" y="7770284"/>
              <a:ext cx="5247851" cy="2366304"/>
            </a:xfrm>
            <a:custGeom>
              <a:avLst/>
              <a:gdLst/>
              <a:ahLst/>
              <a:cxnLst/>
              <a:rect l="l" t="t" r="r" b="b"/>
              <a:pathLst>
                <a:path w="5247851" h="2366304">
                  <a:moveTo>
                    <a:pt x="5247850" y="0"/>
                  </a:moveTo>
                  <a:lnTo>
                    <a:pt x="0" y="0"/>
                  </a:lnTo>
                  <a:lnTo>
                    <a:pt x="0" y="2366303"/>
                  </a:lnTo>
                  <a:lnTo>
                    <a:pt x="5247850" y="2366303"/>
                  </a:lnTo>
                  <a:lnTo>
                    <a:pt x="524785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1813" y="1475913"/>
            <a:ext cx="10016388" cy="7413986"/>
          </a:xfrm>
          <a:custGeom>
            <a:avLst/>
            <a:gdLst/>
            <a:ahLst/>
            <a:cxnLst/>
            <a:rect l="l" t="t" r="r" b="b"/>
            <a:pathLst>
              <a:path w="10016388" h="7413986">
                <a:moveTo>
                  <a:pt x="0" y="0"/>
                </a:moveTo>
                <a:lnTo>
                  <a:pt x="10016388" y="0"/>
                </a:lnTo>
                <a:lnTo>
                  <a:pt x="10016388" y="7413986"/>
                </a:lnTo>
                <a:lnTo>
                  <a:pt x="0" y="7413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385">
            <a:off x="2122576" y="1302958"/>
            <a:ext cx="879086" cy="877590"/>
          </a:xfrm>
          <a:custGeom>
            <a:avLst/>
            <a:gdLst/>
            <a:ahLst/>
            <a:cxnLst/>
            <a:rect l="l" t="t" r="r" b="b"/>
            <a:pathLst>
              <a:path w="879086" h="877590">
                <a:moveTo>
                  <a:pt x="0" y="0"/>
                </a:moveTo>
                <a:lnTo>
                  <a:pt x="879086" y="0"/>
                </a:lnTo>
                <a:lnTo>
                  <a:pt x="879086" y="877591"/>
                </a:lnTo>
                <a:lnTo>
                  <a:pt x="0" y="877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115856">
            <a:off x="2344695" y="2295688"/>
            <a:ext cx="6831398" cy="2702198"/>
          </a:xfrm>
          <a:custGeom>
            <a:avLst/>
            <a:gdLst/>
            <a:ahLst/>
            <a:cxnLst/>
            <a:rect l="l" t="t" r="r" b="b"/>
            <a:pathLst>
              <a:path w="6299688" h="2519875">
                <a:moveTo>
                  <a:pt x="0" y="0"/>
                </a:moveTo>
                <a:lnTo>
                  <a:pt x="6299688" y="0"/>
                </a:lnTo>
                <a:lnTo>
                  <a:pt x="6299688" y="2519875"/>
                </a:lnTo>
                <a:lnTo>
                  <a:pt x="0" y="2519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28545" y="2729221"/>
            <a:ext cx="8185671" cy="167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6"/>
              </a:lnSpc>
              <a:spcBef>
                <a:spcPct val="0"/>
              </a:spcBef>
            </a:pPr>
            <a:r>
              <a:rPr lang="ro-RO" sz="9354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Tipuri de reacții</a:t>
            </a:r>
            <a:endParaRPr lang="en-US" sz="9354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9" name="TextBox 19"/>
          <p:cNvSpPr txBox="1"/>
          <p:nvPr/>
        </p:nvSpPr>
        <p:spPr>
          <a:xfrm rot="30344">
            <a:off x="2573812" y="5247292"/>
            <a:ext cx="6192641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en-US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L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ove: reacții pozitive și de apreciere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Haha: reacții amuzante sau haioase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Cry: reacții de tristețe sau emoție profundă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Anger: reacții de supărare sau furie</a:t>
            </a:r>
            <a:endParaRPr lang="en-US" sz="2699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9855059" y="1096911"/>
            <a:ext cx="1128001" cy="1903069"/>
          </a:xfrm>
          <a:custGeom>
            <a:avLst/>
            <a:gdLst/>
            <a:ahLst/>
            <a:cxnLst/>
            <a:rect l="l" t="t" r="r" b="b"/>
            <a:pathLst>
              <a:path w="1128001" h="1903069">
                <a:moveTo>
                  <a:pt x="0" y="0"/>
                </a:moveTo>
                <a:lnTo>
                  <a:pt x="1128001" y="0"/>
                </a:lnTo>
                <a:lnTo>
                  <a:pt x="1128001" y="1903070"/>
                </a:lnTo>
                <a:lnTo>
                  <a:pt x="0" y="19030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1424109">
            <a:off x="15506447" y="7208700"/>
            <a:ext cx="1128001" cy="1903069"/>
          </a:xfrm>
          <a:custGeom>
            <a:avLst/>
            <a:gdLst/>
            <a:ahLst/>
            <a:cxnLst/>
            <a:rect l="l" t="t" r="r" b="b"/>
            <a:pathLst>
              <a:path w="1128001" h="1903069">
                <a:moveTo>
                  <a:pt x="0" y="0"/>
                </a:moveTo>
                <a:lnTo>
                  <a:pt x="1128001" y="0"/>
                </a:lnTo>
                <a:lnTo>
                  <a:pt x="1128001" y="1903069"/>
                </a:lnTo>
                <a:lnTo>
                  <a:pt x="0" y="1903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1"/>
          <p:cNvGrpSpPr/>
          <p:nvPr/>
        </p:nvGrpSpPr>
        <p:grpSpPr>
          <a:xfrm rot="637122">
            <a:off x="12246572" y="79458"/>
            <a:ext cx="5094172" cy="5917951"/>
            <a:chOff x="8876575" y="4650330"/>
            <a:chExt cx="5094172" cy="5917951"/>
          </a:xfrm>
        </p:grpSpPr>
        <p:grpSp>
          <p:nvGrpSpPr>
            <p:cNvPr id="26" name="Group 12"/>
            <p:cNvGrpSpPr>
              <a:grpSpLocks noChangeAspect="1"/>
            </p:cNvGrpSpPr>
            <p:nvPr/>
          </p:nvGrpSpPr>
          <p:grpSpPr>
            <a:xfrm rot="466935">
              <a:off x="8876575" y="4650330"/>
              <a:ext cx="5094172" cy="5917951"/>
              <a:chOff x="0" y="0"/>
              <a:chExt cx="5466080" cy="6350000"/>
            </a:xfrm>
          </p:grpSpPr>
          <p:sp>
            <p:nvSpPr>
              <p:cNvPr id="27" name="Freeform 13"/>
              <p:cNvSpPr/>
              <p:nvPr/>
            </p:nvSpPr>
            <p:spPr>
              <a:xfrm>
                <a:off x="0" y="0"/>
                <a:ext cx="5439410" cy="6348730"/>
              </a:xfrm>
              <a:custGeom>
                <a:avLst/>
                <a:gdLst/>
                <a:ahLst/>
                <a:cxnLst/>
                <a:rect l="l" t="t" r="r" b="b"/>
                <a:pathLst>
                  <a:path w="5439410" h="6348730">
                    <a:moveTo>
                      <a:pt x="541909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20320"/>
                    </a:cubicBezTo>
                    <a:lnTo>
                      <a:pt x="0" y="6329680"/>
                    </a:lnTo>
                    <a:cubicBezTo>
                      <a:pt x="0" y="6339840"/>
                      <a:pt x="8890" y="6348730"/>
                      <a:pt x="19050" y="6348730"/>
                    </a:cubicBezTo>
                    <a:lnTo>
                      <a:pt x="5419090" y="6348730"/>
                    </a:lnTo>
                    <a:cubicBezTo>
                      <a:pt x="5429250" y="6348730"/>
                      <a:pt x="5438140" y="6339840"/>
                      <a:pt x="5438140" y="6329680"/>
                    </a:cubicBezTo>
                    <a:lnTo>
                      <a:pt x="5438140" y="20320"/>
                    </a:lnTo>
                    <a:cubicBezTo>
                      <a:pt x="5439410" y="8890"/>
                      <a:pt x="5430520" y="0"/>
                      <a:pt x="5419090" y="0"/>
                    </a:cubicBezTo>
                    <a:close/>
                    <a:moveTo>
                      <a:pt x="5137150" y="314960"/>
                    </a:moveTo>
                    <a:lnTo>
                      <a:pt x="5137150" y="4970780"/>
                    </a:lnTo>
                    <a:cubicBezTo>
                      <a:pt x="5137150" y="4980940"/>
                      <a:pt x="5128260" y="4989830"/>
                      <a:pt x="5118100" y="4989830"/>
                    </a:cubicBezTo>
                    <a:lnTo>
                      <a:pt x="266700" y="4989830"/>
                    </a:lnTo>
                    <a:cubicBezTo>
                      <a:pt x="256540" y="4989830"/>
                      <a:pt x="247650" y="4980940"/>
                      <a:pt x="247650" y="4970780"/>
                    </a:cubicBezTo>
                    <a:lnTo>
                      <a:pt x="247650" y="314960"/>
                    </a:lnTo>
                    <a:cubicBezTo>
                      <a:pt x="247650" y="304800"/>
                      <a:pt x="256540" y="295910"/>
                      <a:pt x="266700" y="295910"/>
                    </a:cubicBezTo>
                    <a:lnTo>
                      <a:pt x="5118100" y="295910"/>
                    </a:lnTo>
                    <a:cubicBezTo>
                      <a:pt x="5129530" y="294640"/>
                      <a:pt x="5137150" y="303530"/>
                      <a:pt x="5137150" y="314960"/>
                    </a:cubicBez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id="28" name="Freeform 14"/>
              <p:cNvSpPr/>
              <p:nvPr/>
            </p:nvSpPr>
            <p:spPr>
              <a:xfrm>
                <a:off x="247650" y="294640"/>
                <a:ext cx="4889500" cy="4693920"/>
              </a:xfrm>
              <a:custGeom>
                <a:avLst/>
                <a:gdLst/>
                <a:ahLst/>
                <a:cxnLst/>
                <a:rect l="l" t="t" r="r" b="b"/>
                <a:pathLst>
                  <a:path w="4889500" h="4693920">
                    <a:moveTo>
                      <a:pt x="487045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19050"/>
                    </a:cubicBezTo>
                    <a:lnTo>
                      <a:pt x="0" y="4674870"/>
                    </a:lnTo>
                    <a:cubicBezTo>
                      <a:pt x="0" y="4686300"/>
                      <a:pt x="8890" y="4693920"/>
                      <a:pt x="19050" y="4693920"/>
                    </a:cubicBezTo>
                    <a:lnTo>
                      <a:pt x="4870450" y="4693920"/>
                    </a:lnTo>
                    <a:cubicBezTo>
                      <a:pt x="4880610" y="4693920"/>
                      <a:pt x="4889500" y="4685030"/>
                      <a:pt x="4889500" y="4674870"/>
                    </a:cubicBezTo>
                    <a:lnTo>
                      <a:pt x="4889500" y="20320"/>
                    </a:lnTo>
                    <a:cubicBezTo>
                      <a:pt x="4889500" y="8890"/>
                      <a:pt x="4881880" y="0"/>
                      <a:pt x="4870450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140472" t="-17123" r="-20734" b="-64497"/>
                </a:stretch>
              </a:blipFill>
            </p:spPr>
          </p:sp>
          <p:sp>
            <p:nvSpPr>
              <p:cNvPr id="29" name="Freeform 15"/>
              <p:cNvSpPr/>
              <p:nvPr/>
            </p:nvSpPr>
            <p:spPr>
              <a:xfrm>
                <a:off x="1270" y="6350"/>
                <a:ext cx="5457190" cy="6342380"/>
              </a:xfrm>
              <a:custGeom>
                <a:avLst/>
                <a:gdLst/>
                <a:ahLst/>
                <a:cxnLst/>
                <a:rect l="l" t="t" r="r" b="b"/>
                <a:pathLst>
                  <a:path w="5457190" h="6342380">
                    <a:moveTo>
                      <a:pt x="5137150" y="302260"/>
                    </a:moveTo>
                    <a:cubicBezTo>
                      <a:pt x="5137150" y="302260"/>
                      <a:pt x="5133340" y="290830"/>
                      <a:pt x="5119370" y="289560"/>
                    </a:cubicBezTo>
                    <a:lnTo>
                      <a:pt x="248920" y="289560"/>
                    </a:lnTo>
                    <a:cubicBezTo>
                      <a:pt x="240030" y="289560"/>
                      <a:pt x="228600" y="293370"/>
                      <a:pt x="228600" y="303530"/>
                    </a:cubicBezTo>
                    <a:lnTo>
                      <a:pt x="232410" y="312420"/>
                    </a:lnTo>
                    <a:cubicBezTo>
                      <a:pt x="236220" y="307340"/>
                      <a:pt x="242570" y="304800"/>
                      <a:pt x="248920" y="304800"/>
                    </a:cubicBezTo>
                    <a:lnTo>
                      <a:pt x="5123180" y="304800"/>
                    </a:lnTo>
                    <a:lnTo>
                      <a:pt x="5123180" y="4966970"/>
                    </a:lnTo>
                    <a:cubicBezTo>
                      <a:pt x="5123180" y="4973320"/>
                      <a:pt x="5120640" y="4979670"/>
                      <a:pt x="5115560" y="4983480"/>
                    </a:cubicBezTo>
                    <a:lnTo>
                      <a:pt x="5120640" y="4983480"/>
                    </a:lnTo>
                    <a:cubicBezTo>
                      <a:pt x="5129530" y="4983480"/>
                      <a:pt x="5137150" y="4975860"/>
                      <a:pt x="5137150" y="4966970"/>
                    </a:cubicBezTo>
                    <a:lnTo>
                      <a:pt x="5137150" y="302260"/>
                    </a:lnTo>
                    <a:close/>
                    <a:moveTo>
                      <a:pt x="5438140" y="6324600"/>
                    </a:moveTo>
                    <a:lnTo>
                      <a:pt x="20320" y="6324600"/>
                    </a:lnTo>
                    <a:lnTo>
                      <a:pt x="20320" y="12700"/>
                    </a:lnTo>
                    <a:lnTo>
                      <a:pt x="6350" y="0"/>
                    </a:lnTo>
                    <a:lnTo>
                      <a:pt x="5080" y="0"/>
                    </a:lnTo>
                    <a:cubicBezTo>
                      <a:pt x="2540" y="3810"/>
                      <a:pt x="0" y="7620"/>
                      <a:pt x="0" y="12700"/>
                    </a:cubicBezTo>
                    <a:lnTo>
                      <a:pt x="0" y="6323330"/>
                    </a:lnTo>
                    <a:cubicBezTo>
                      <a:pt x="0" y="6334760"/>
                      <a:pt x="8890" y="6342380"/>
                      <a:pt x="19050" y="6342380"/>
                    </a:cubicBezTo>
                    <a:lnTo>
                      <a:pt x="5444490" y="6342380"/>
                    </a:lnTo>
                    <a:cubicBezTo>
                      <a:pt x="5449570" y="6342380"/>
                      <a:pt x="5453380" y="6341110"/>
                      <a:pt x="5457190" y="6337300"/>
                    </a:cubicBezTo>
                    <a:lnTo>
                      <a:pt x="5438140" y="6324600"/>
                    </a:lnTo>
                    <a:close/>
                  </a:path>
                </a:pathLst>
              </a:custGeom>
              <a:solidFill>
                <a:srgbClr val="3C3333"/>
              </a:solidFill>
            </p:spPr>
          </p:sp>
          <p:sp>
            <p:nvSpPr>
              <p:cNvPr id="30" name="Freeform 16"/>
              <p:cNvSpPr/>
              <p:nvPr/>
            </p:nvSpPr>
            <p:spPr>
              <a:xfrm>
                <a:off x="7620" y="0"/>
                <a:ext cx="5458460" cy="6344920"/>
              </a:xfrm>
              <a:custGeom>
                <a:avLst/>
                <a:gdLst/>
                <a:ahLst/>
                <a:cxnLst/>
                <a:rect l="l" t="t" r="r" b="b"/>
                <a:pathLst>
                  <a:path w="5458460" h="6344920">
                    <a:moveTo>
                      <a:pt x="5125720" y="4987290"/>
                    </a:moveTo>
                    <a:cubicBezTo>
                      <a:pt x="5121910" y="4992370"/>
                      <a:pt x="5116830" y="4994910"/>
                      <a:pt x="5110480" y="4994910"/>
                    </a:cubicBezTo>
                    <a:lnTo>
                      <a:pt x="243840" y="4994910"/>
                    </a:lnTo>
                    <a:cubicBezTo>
                      <a:pt x="237490" y="4994910"/>
                      <a:pt x="231140" y="4992370"/>
                      <a:pt x="227330" y="4986020"/>
                    </a:cubicBezTo>
                    <a:cubicBezTo>
                      <a:pt x="222250" y="4982210"/>
                      <a:pt x="219710" y="4977130"/>
                      <a:pt x="219710" y="4970780"/>
                    </a:cubicBezTo>
                    <a:lnTo>
                      <a:pt x="219710" y="314960"/>
                    </a:lnTo>
                    <a:cubicBezTo>
                      <a:pt x="219710" y="309880"/>
                      <a:pt x="222250" y="304800"/>
                      <a:pt x="226060" y="300990"/>
                    </a:cubicBezTo>
                    <a:lnTo>
                      <a:pt x="240030" y="311150"/>
                    </a:lnTo>
                    <a:lnTo>
                      <a:pt x="240030" y="4975860"/>
                    </a:lnTo>
                    <a:lnTo>
                      <a:pt x="5110480" y="4975860"/>
                    </a:lnTo>
                    <a:cubicBezTo>
                      <a:pt x="5113020" y="4975860"/>
                      <a:pt x="5115560" y="4974590"/>
                      <a:pt x="5116830" y="4974590"/>
                    </a:cubicBezTo>
                    <a:lnTo>
                      <a:pt x="5125720" y="4987290"/>
                    </a:lnTo>
                    <a:close/>
                    <a:moveTo>
                      <a:pt x="5458460" y="19050"/>
                    </a:moveTo>
                    <a:lnTo>
                      <a:pt x="5458460" y="6330950"/>
                    </a:lnTo>
                    <a:cubicBezTo>
                      <a:pt x="5458460" y="6336030"/>
                      <a:pt x="5455920" y="6341110"/>
                      <a:pt x="5450840" y="6344920"/>
                    </a:cubicBezTo>
                    <a:lnTo>
                      <a:pt x="5429250" y="6329680"/>
                    </a:lnTo>
                    <a:lnTo>
                      <a:pt x="5429250" y="20320"/>
                    </a:lnTo>
                    <a:lnTo>
                      <a:pt x="13970" y="20320"/>
                    </a:lnTo>
                    <a:lnTo>
                      <a:pt x="0" y="7620"/>
                    </a:lnTo>
                    <a:cubicBezTo>
                      <a:pt x="3810" y="2540"/>
                      <a:pt x="8890" y="0"/>
                      <a:pt x="15240" y="0"/>
                    </a:cubicBezTo>
                    <a:lnTo>
                      <a:pt x="5439410" y="0"/>
                    </a:lnTo>
                    <a:cubicBezTo>
                      <a:pt x="5449570" y="0"/>
                      <a:pt x="5458460" y="8890"/>
                      <a:pt x="5458460" y="19050"/>
                    </a:cubicBezTo>
                    <a:close/>
                    <a:moveTo>
                      <a:pt x="5455920" y="30480"/>
                    </a:moveTo>
                    <a:cubicBezTo>
                      <a:pt x="5453380" y="26670"/>
                      <a:pt x="5450840" y="24130"/>
                      <a:pt x="5447030" y="21590"/>
                    </a:cubicBezTo>
                    <a:lnTo>
                      <a:pt x="5455920" y="3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pic>
          <p:nvPicPr>
            <p:cNvPr id="31" name="Picture 30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65" b="-419"/>
            <a:stretch/>
          </p:blipFill>
          <p:spPr>
            <a:xfrm rot="476239">
              <a:off x="9116226" y="4903148"/>
              <a:ext cx="4674443" cy="4440393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/>
        </p:nvGrpSpPr>
        <p:grpSpPr>
          <a:xfrm rot="21105872">
            <a:off x="8897068" y="3477060"/>
            <a:ext cx="5838726" cy="6717696"/>
            <a:chOff x="12967176" y="-374840"/>
            <a:chExt cx="5838726" cy="6717696"/>
          </a:xfrm>
        </p:grpSpPr>
        <p:grpSp>
          <p:nvGrpSpPr>
            <p:cNvPr id="33" name="Group 5"/>
            <p:cNvGrpSpPr/>
            <p:nvPr/>
          </p:nvGrpSpPr>
          <p:grpSpPr>
            <a:xfrm>
              <a:off x="12967176" y="-374840"/>
              <a:ext cx="5838726" cy="6717696"/>
              <a:chOff x="0" y="0"/>
              <a:chExt cx="7784968" cy="8956928"/>
            </a:xfrm>
          </p:grpSpPr>
          <p:sp>
            <p:nvSpPr>
              <p:cNvPr id="34" name="Freeform 6"/>
              <p:cNvSpPr/>
              <p:nvPr/>
            </p:nvSpPr>
            <p:spPr>
              <a:xfrm rot="-475827">
                <a:off x="2323354" y="7595386"/>
                <a:ext cx="5127425" cy="1012666"/>
              </a:xfrm>
              <a:custGeom>
                <a:avLst/>
                <a:gdLst/>
                <a:ahLst/>
                <a:cxnLst/>
                <a:rect l="l" t="t" r="r" b="b"/>
                <a:pathLst>
                  <a:path w="5127425" h="1012666">
                    <a:moveTo>
                      <a:pt x="0" y="0"/>
                    </a:moveTo>
                    <a:lnTo>
                      <a:pt x="5127425" y="0"/>
                    </a:lnTo>
                    <a:lnTo>
                      <a:pt x="5127425" y="1012666"/>
                    </a:lnTo>
                    <a:lnTo>
                      <a:pt x="0" y="101266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/>
                </a:stretch>
              </a:blipFill>
            </p:spPr>
          </p:sp>
          <p:grpSp>
            <p:nvGrpSpPr>
              <p:cNvPr id="35" name="Group 7"/>
              <p:cNvGrpSpPr>
                <a:grpSpLocks noChangeAspect="1"/>
              </p:cNvGrpSpPr>
              <p:nvPr/>
            </p:nvGrpSpPr>
            <p:grpSpPr>
              <a:xfrm rot="-494988">
                <a:off x="526287" y="442546"/>
                <a:ext cx="6732393" cy="7821089"/>
                <a:chOff x="0" y="0"/>
                <a:chExt cx="5466080" cy="6350000"/>
              </a:xfrm>
            </p:grpSpPr>
            <p:sp>
              <p:nvSpPr>
                <p:cNvPr id="36" name="Freeform 8"/>
                <p:cNvSpPr/>
                <p:nvPr/>
              </p:nvSpPr>
              <p:spPr>
                <a:xfrm>
                  <a:off x="0" y="0"/>
                  <a:ext cx="5439410" cy="6348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9410" h="6348730">
                      <a:moveTo>
                        <a:pt x="5419090" y="0"/>
                      </a:moveTo>
                      <a:lnTo>
                        <a:pt x="19050" y="0"/>
                      </a:lnTo>
                      <a:cubicBezTo>
                        <a:pt x="8890" y="0"/>
                        <a:pt x="0" y="8890"/>
                        <a:pt x="0" y="20320"/>
                      </a:cubicBezTo>
                      <a:lnTo>
                        <a:pt x="0" y="6329680"/>
                      </a:lnTo>
                      <a:cubicBezTo>
                        <a:pt x="0" y="6339840"/>
                        <a:pt x="8890" y="6348730"/>
                        <a:pt x="19050" y="6348730"/>
                      </a:cubicBezTo>
                      <a:lnTo>
                        <a:pt x="5419090" y="6348730"/>
                      </a:lnTo>
                      <a:cubicBezTo>
                        <a:pt x="5429250" y="6348730"/>
                        <a:pt x="5438140" y="6339840"/>
                        <a:pt x="5438140" y="6329680"/>
                      </a:cubicBezTo>
                      <a:lnTo>
                        <a:pt x="5438140" y="20320"/>
                      </a:lnTo>
                      <a:cubicBezTo>
                        <a:pt x="5439410" y="8890"/>
                        <a:pt x="5430520" y="0"/>
                        <a:pt x="5419090" y="0"/>
                      </a:cubicBezTo>
                      <a:close/>
                      <a:moveTo>
                        <a:pt x="5137150" y="314960"/>
                      </a:moveTo>
                      <a:lnTo>
                        <a:pt x="5137150" y="4970780"/>
                      </a:lnTo>
                      <a:cubicBezTo>
                        <a:pt x="5137150" y="4980940"/>
                        <a:pt x="5128260" y="4989830"/>
                        <a:pt x="5118100" y="4989830"/>
                      </a:cubicBezTo>
                      <a:lnTo>
                        <a:pt x="266700" y="4989830"/>
                      </a:lnTo>
                      <a:cubicBezTo>
                        <a:pt x="256540" y="4989830"/>
                        <a:pt x="247650" y="4980940"/>
                        <a:pt x="247650" y="4970780"/>
                      </a:cubicBezTo>
                      <a:lnTo>
                        <a:pt x="247650" y="314960"/>
                      </a:lnTo>
                      <a:cubicBezTo>
                        <a:pt x="247650" y="304800"/>
                        <a:pt x="256540" y="295910"/>
                        <a:pt x="266700" y="295910"/>
                      </a:cubicBezTo>
                      <a:lnTo>
                        <a:pt x="5118100" y="295910"/>
                      </a:lnTo>
                      <a:cubicBezTo>
                        <a:pt x="5129530" y="294640"/>
                        <a:pt x="5137150" y="303530"/>
                        <a:pt x="5137150" y="314960"/>
                      </a:cubicBezTo>
                      <a:close/>
                    </a:path>
                  </a:pathLst>
                </a:custGeom>
                <a:solidFill>
                  <a:srgbClr val="F2F1EB"/>
                </a:solidFill>
              </p:spPr>
            </p:sp>
            <p:sp>
              <p:nvSpPr>
                <p:cNvPr id="37" name="Freeform 9"/>
                <p:cNvSpPr/>
                <p:nvPr/>
              </p:nvSpPr>
              <p:spPr>
                <a:xfrm>
                  <a:off x="247650" y="294640"/>
                  <a:ext cx="4889500" cy="469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500" h="4693920">
                      <a:moveTo>
                        <a:pt x="4870450" y="0"/>
                      </a:moveTo>
                      <a:lnTo>
                        <a:pt x="19050" y="0"/>
                      </a:lnTo>
                      <a:cubicBezTo>
                        <a:pt x="8890" y="0"/>
                        <a:pt x="0" y="8890"/>
                        <a:pt x="0" y="19050"/>
                      </a:cubicBezTo>
                      <a:lnTo>
                        <a:pt x="0" y="4674870"/>
                      </a:lnTo>
                      <a:cubicBezTo>
                        <a:pt x="0" y="4686300"/>
                        <a:pt x="8890" y="4693920"/>
                        <a:pt x="19050" y="4693920"/>
                      </a:cubicBezTo>
                      <a:lnTo>
                        <a:pt x="4870450" y="4693920"/>
                      </a:lnTo>
                      <a:cubicBezTo>
                        <a:pt x="4880610" y="4693920"/>
                        <a:pt x="4889500" y="4685030"/>
                        <a:pt x="4889500" y="4674870"/>
                      </a:cubicBezTo>
                      <a:lnTo>
                        <a:pt x="4889500" y="20320"/>
                      </a:lnTo>
                      <a:cubicBezTo>
                        <a:pt x="4889500" y="8890"/>
                        <a:pt x="4881880" y="0"/>
                        <a:pt x="4870450" y="0"/>
                      </a:cubicBezTo>
                      <a:close/>
                    </a:path>
                  </a:pathLst>
                </a:custGeom>
                <a:blipFill>
                  <a:blip r:embed="rId15"/>
                  <a:stretch>
                    <a:fillRect l="-8477" t="-7895" r="-3942" b="-57621"/>
                  </a:stretch>
                </a:blipFill>
              </p:spPr>
            </p:sp>
            <p:sp>
              <p:nvSpPr>
                <p:cNvPr id="38" name="Freeform 10"/>
                <p:cNvSpPr/>
                <p:nvPr/>
              </p:nvSpPr>
              <p:spPr>
                <a:xfrm>
                  <a:off x="1270" y="6350"/>
                  <a:ext cx="5457190" cy="634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7190" h="6342380">
                      <a:moveTo>
                        <a:pt x="5137150" y="302260"/>
                      </a:moveTo>
                      <a:cubicBezTo>
                        <a:pt x="5137150" y="302260"/>
                        <a:pt x="5133340" y="290830"/>
                        <a:pt x="5119370" y="289560"/>
                      </a:cubicBezTo>
                      <a:lnTo>
                        <a:pt x="248920" y="289560"/>
                      </a:lnTo>
                      <a:cubicBezTo>
                        <a:pt x="240030" y="289560"/>
                        <a:pt x="228600" y="293370"/>
                        <a:pt x="228600" y="303530"/>
                      </a:cubicBezTo>
                      <a:lnTo>
                        <a:pt x="232410" y="312420"/>
                      </a:lnTo>
                      <a:cubicBezTo>
                        <a:pt x="236220" y="307340"/>
                        <a:pt x="242570" y="304800"/>
                        <a:pt x="248920" y="304800"/>
                      </a:cubicBezTo>
                      <a:lnTo>
                        <a:pt x="5123180" y="304800"/>
                      </a:lnTo>
                      <a:lnTo>
                        <a:pt x="5123180" y="4966970"/>
                      </a:lnTo>
                      <a:cubicBezTo>
                        <a:pt x="5123180" y="4973320"/>
                        <a:pt x="5120640" y="4979670"/>
                        <a:pt x="5115560" y="4983480"/>
                      </a:cubicBezTo>
                      <a:lnTo>
                        <a:pt x="5120640" y="4983480"/>
                      </a:lnTo>
                      <a:cubicBezTo>
                        <a:pt x="5129530" y="4983480"/>
                        <a:pt x="5137150" y="4975860"/>
                        <a:pt x="5137150" y="4966970"/>
                      </a:cubicBezTo>
                      <a:lnTo>
                        <a:pt x="5137150" y="302260"/>
                      </a:lnTo>
                      <a:close/>
                      <a:moveTo>
                        <a:pt x="5438140" y="6324600"/>
                      </a:moveTo>
                      <a:lnTo>
                        <a:pt x="20320" y="6324600"/>
                      </a:lnTo>
                      <a:lnTo>
                        <a:pt x="20320" y="12700"/>
                      </a:lnTo>
                      <a:lnTo>
                        <a:pt x="6350" y="0"/>
                      </a:lnTo>
                      <a:lnTo>
                        <a:pt x="5080" y="0"/>
                      </a:lnTo>
                      <a:cubicBezTo>
                        <a:pt x="2540" y="3810"/>
                        <a:pt x="0" y="7620"/>
                        <a:pt x="0" y="12700"/>
                      </a:cubicBezTo>
                      <a:lnTo>
                        <a:pt x="0" y="6323330"/>
                      </a:lnTo>
                      <a:cubicBezTo>
                        <a:pt x="0" y="6334760"/>
                        <a:pt x="8890" y="6342380"/>
                        <a:pt x="19050" y="6342380"/>
                      </a:cubicBezTo>
                      <a:lnTo>
                        <a:pt x="5444490" y="6342380"/>
                      </a:lnTo>
                      <a:cubicBezTo>
                        <a:pt x="5449570" y="6342380"/>
                        <a:pt x="5453380" y="6341110"/>
                        <a:pt x="5457190" y="6337300"/>
                      </a:cubicBezTo>
                      <a:lnTo>
                        <a:pt x="5438140" y="6324600"/>
                      </a:lnTo>
                      <a:close/>
                    </a:path>
                  </a:pathLst>
                </a:custGeom>
                <a:solidFill>
                  <a:srgbClr val="3C3333"/>
                </a:solidFill>
              </p:spPr>
            </p:sp>
            <p:sp>
              <p:nvSpPr>
                <p:cNvPr id="39" name="Freeform 11"/>
                <p:cNvSpPr/>
                <p:nvPr/>
              </p:nvSpPr>
              <p:spPr>
                <a:xfrm>
                  <a:off x="7620" y="0"/>
                  <a:ext cx="5458460" cy="6344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8460" h="6344920">
                      <a:moveTo>
                        <a:pt x="5125720" y="4987290"/>
                      </a:moveTo>
                      <a:cubicBezTo>
                        <a:pt x="5121910" y="4992370"/>
                        <a:pt x="5116830" y="4994910"/>
                        <a:pt x="5110480" y="4994910"/>
                      </a:cubicBezTo>
                      <a:lnTo>
                        <a:pt x="243840" y="4994910"/>
                      </a:lnTo>
                      <a:cubicBezTo>
                        <a:pt x="237490" y="4994910"/>
                        <a:pt x="231140" y="4992370"/>
                        <a:pt x="227330" y="4986020"/>
                      </a:cubicBezTo>
                      <a:cubicBezTo>
                        <a:pt x="222250" y="4982210"/>
                        <a:pt x="219710" y="4977130"/>
                        <a:pt x="219710" y="4970780"/>
                      </a:cubicBezTo>
                      <a:lnTo>
                        <a:pt x="219710" y="314960"/>
                      </a:lnTo>
                      <a:cubicBezTo>
                        <a:pt x="219710" y="309880"/>
                        <a:pt x="222250" y="304800"/>
                        <a:pt x="226060" y="300990"/>
                      </a:cubicBezTo>
                      <a:lnTo>
                        <a:pt x="240030" y="311150"/>
                      </a:lnTo>
                      <a:lnTo>
                        <a:pt x="240030" y="4975860"/>
                      </a:lnTo>
                      <a:lnTo>
                        <a:pt x="5110480" y="4975860"/>
                      </a:lnTo>
                      <a:cubicBezTo>
                        <a:pt x="5113020" y="4975860"/>
                        <a:pt x="5115560" y="4974590"/>
                        <a:pt x="5116830" y="4974590"/>
                      </a:cubicBezTo>
                      <a:lnTo>
                        <a:pt x="5125720" y="4987290"/>
                      </a:lnTo>
                      <a:close/>
                      <a:moveTo>
                        <a:pt x="5458460" y="19050"/>
                      </a:moveTo>
                      <a:lnTo>
                        <a:pt x="5458460" y="6330950"/>
                      </a:lnTo>
                      <a:cubicBezTo>
                        <a:pt x="5458460" y="6336030"/>
                        <a:pt x="5455920" y="6341110"/>
                        <a:pt x="5450840" y="6344920"/>
                      </a:cubicBezTo>
                      <a:lnTo>
                        <a:pt x="5429250" y="6329680"/>
                      </a:lnTo>
                      <a:lnTo>
                        <a:pt x="5429250" y="20320"/>
                      </a:lnTo>
                      <a:lnTo>
                        <a:pt x="13970" y="20320"/>
                      </a:lnTo>
                      <a:lnTo>
                        <a:pt x="0" y="7620"/>
                      </a:lnTo>
                      <a:cubicBezTo>
                        <a:pt x="3810" y="2540"/>
                        <a:pt x="8890" y="0"/>
                        <a:pt x="15240" y="0"/>
                      </a:cubicBezTo>
                      <a:lnTo>
                        <a:pt x="5439410" y="0"/>
                      </a:lnTo>
                      <a:cubicBezTo>
                        <a:pt x="5449570" y="0"/>
                        <a:pt x="5458460" y="8890"/>
                        <a:pt x="5458460" y="19050"/>
                      </a:cubicBezTo>
                      <a:close/>
                      <a:moveTo>
                        <a:pt x="5455920" y="30480"/>
                      </a:moveTo>
                      <a:cubicBezTo>
                        <a:pt x="5453380" y="26670"/>
                        <a:pt x="5450840" y="24130"/>
                        <a:pt x="5447030" y="21590"/>
                      </a:cubicBezTo>
                      <a:lnTo>
                        <a:pt x="5455920" y="3048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</p:sp>
          </p:grpSp>
        </p:grpSp>
        <p:pic>
          <p:nvPicPr>
            <p:cNvPr id="40" name="Picture 39"/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" t="-34" r="-448" b="23607"/>
            <a:stretch/>
          </p:blipFill>
          <p:spPr>
            <a:xfrm rot="21100837">
              <a:off x="13524644" y="219642"/>
              <a:ext cx="4556904" cy="436781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54523" y="3936753"/>
            <a:ext cx="7189477" cy="5321547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66083" y="3803403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338028" y="4003428"/>
            <a:ext cx="7189477" cy="5321547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49588" y="3870078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41029" y="4548420"/>
            <a:ext cx="4620611" cy="131897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645802" y="5937793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9" name="Freeform 9"/>
          <p:cNvSpPr/>
          <p:nvPr/>
        </p:nvSpPr>
        <p:spPr>
          <a:xfrm rot="229631">
            <a:off x="11044055" y="4548420"/>
            <a:ext cx="4620611" cy="131897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50158" y="893258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-445901">
            <a:off x="4543609" y="771352"/>
            <a:ext cx="9200782" cy="9173996"/>
          </a:xfrm>
          <a:custGeom>
            <a:avLst/>
            <a:gdLst/>
            <a:ahLst/>
            <a:cxnLst/>
            <a:rect l="l" t="t" r="r" b="b"/>
            <a:pathLst>
              <a:path w="9200782" h="9173996">
                <a:moveTo>
                  <a:pt x="0" y="0"/>
                </a:moveTo>
                <a:lnTo>
                  <a:pt x="9200782" y="0"/>
                </a:lnTo>
                <a:lnTo>
                  <a:pt x="9200782" y="9173996"/>
                </a:lnTo>
                <a:lnTo>
                  <a:pt x="0" y="9173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171973">
            <a:off x="5583091" y="2920390"/>
            <a:ext cx="7156588" cy="346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68"/>
              </a:lnSpc>
              <a:spcBef>
                <a:spcPct val="0"/>
              </a:spcBef>
            </a:pPr>
            <a:r>
              <a:rPr lang="en-US" sz="18192" spc="418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Thanks!</a:t>
            </a:r>
          </a:p>
        </p:txBody>
      </p:sp>
      <p:sp>
        <p:nvSpPr>
          <p:cNvPr id="5" name="TextBox 5"/>
          <p:cNvSpPr txBox="1"/>
          <p:nvPr/>
        </p:nvSpPr>
        <p:spPr>
          <a:xfrm rot="171973">
            <a:off x="6310712" y="5687443"/>
            <a:ext cx="5562409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Template: </a:t>
            </a: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4"/>
              </a:rPr>
              <a:t>www.canva.com</a:t>
            </a:r>
            <a:endParaRPr lang="ro-RO" sz="3373" dirty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Poze:   </a:t>
            </a: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5"/>
              </a:rPr>
              <a:t>www.noobz.ro</a:t>
            </a:r>
            <a:endParaRPr lang="ro-RO" sz="3373" dirty="0" smtClean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6"/>
              </a:rPr>
              <a:t>www.blog.robofun.ro</a:t>
            </a:r>
            <a:endParaRPr lang="ro-RO" sz="3373" dirty="0" smtClean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endParaRPr lang="en-US" sz="3373" dirty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</p:txBody>
      </p:sp>
      <p:sp>
        <p:nvSpPr>
          <p:cNvPr id="6" name="Freeform 6"/>
          <p:cNvSpPr/>
          <p:nvPr/>
        </p:nvSpPr>
        <p:spPr>
          <a:xfrm rot="137152">
            <a:off x="3720539" y="6812287"/>
            <a:ext cx="2829761" cy="2686683"/>
          </a:xfrm>
          <a:custGeom>
            <a:avLst/>
            <a:gdLst/>
            <a:ahLst/>
            <a:cxnLst/>
            <a:rect l="l" t="t" r="r" b="b"/>
            <a:pathLst>
              <a:path w="2829761" h="2686683">
                <a:moveTo>
                  <a:pt x="0" y="0"/>
                </a:moveTo>
                <a:lnTo>
                  <a:pt x="2829761" y="0"/>
                </a:lnTo>
                <a:lnTo>
                  <a:pt x="2829761" y="2686682"/>
                </a:lnTo>
                <a:lnTo>
                  <a:pt x="0" y="2686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71662">
            <a:off x="4402112" y="7257625"/>
            <a:ext cx="1466614" cy="1402617"/>
          </a:xfrm>
          <a:custGeom>
            <a:avLst/>
            <a:gdLst/>
            <a:ahLst/>
            <a:cxnLst/>
            <a:rect l="l" t="t" r="r" b="b"/>
            <a:pathLst>
              <a:path w="1466614" h="1402617">
                <a:moveTo>
                  <a:pt x="0" y="0"/>
                </a:moveTo>
                <a:lnTo>
                  <a:pt x="1466614" y="0"/>
                </a:lnTo>
                <a:lnTo>
                  <a:pt x="1466614" y="1402617"/>
                </a:lnTo>
                <a:lnTo>
                  <a:pt x="0" y="1402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331506" flipH="1">
            <a:off x="850899" y="2591255"/>
            <a:ext cx="5634372" cy="2540590"/>
          </a:xfrm>
          <a:custGeom>
            <a:avLst/>
            <a:gdLst/>
            <a:ahLst/>
            <a:cxnLst/>
            <a:rect l="l" t="t" r="r" b="b"/>
            <a:pathLst>
              <a:path w="5634372" h="2540590">
                <a:moveTo>
                  <a:pt x="5634372" y="0"/>
                </a:moveTo>
                <a:lnTo>
                  <a:pt x="0" y="0"/>
                </a:lnTo>
                <a:lnTo>
                  <a:pt x="0" y="2540590"/>
                </a:lnTo>
                <a:lnTo>
                  <a:pt x="5634372" y="2540590"/>
                </a:lnTo>
                <a:lnTo>
                  <a:pt x="56343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79119" y="3968022"/>
            <a:ext cx="1221857" cy="2061415"/>
          </a:xfrm>
          <a:custGeom>
            <a:avLst/>
            <a:gdLst/>
            <a:ahLst/>
            <a:cxnLst/>
            <a:rect l="l" t="t" r="r" b="b"/>
            <a:pathLst>
              <a:path w="1221857" h="2061415">
                <a:moveTo>
                  <a:pt x="0" y="0"/>
                </a:moveTo>
                <a:lnTo>
                  <a:pt x="1221857" y="0"/>
                </a:lnTo>
                <a:lnTo>
                  <a:pt x="1221857" y="2061415"/>
                </a:lnTo>
                <a:lnTo>
                  <a:pt x="0" y="2061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299048" y="6029437"/>
            <a:ext cx="964181" cy="1626686"/>
          </a:xfrm>
          <a:custGeom>
            <a:avLst/>
            <a:gdLst/>
            <a:ahLst/>
            <a:cxnLst/>
            <a:rect l="l" t="t" r="r" b="b"/>
            <a:pathLst>
              <a:path w="964181" h="1626686">
                <a:moveTo>
                  <a:pt x="0" y="0"/>
                </a:moveTo>
                <a:lnTo>
                  <a:pt x="964181" y="0"/>
                </a:lnTo>
                <a:lnTo>
                  <a:pt x="964181" y="1626686"/>
                </a:lnTo>
                <a:lnTo>
                  <a:pt x="0" y="16266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182</Words>
  <Application>Microsoft Office PowerPoint</Application>
  <PresentationFormat>Custom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Ballpoint</vt:lpstr>
      <vt:lpstr>Calibri</vt:lpstr>
      <vt:lpstr>Childos Arabic</vt:lpstr>
      <vt:lpstr>Itim</vt:lpstr>
      <vt:lpstr>Courier New</vt:lpstr>
      <vt:lpstr>Arial</vt:lpstr>
      <vt:lpstr>A Day Without Sun Text Bold</vt:lpstr>
      <vt:lpstr>Dekko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Yellow Scrapbook Brainstorm Presentation</dc:title>
  <dc:creator>Livia</dc:creator>
  <cp:lastModifiedBy>Livia</cp:lastModifiedBy>
  <cp:revision>19</cp:revision>
  <dcterms:created xsi:type="dcterms:W3CDTF">2006-08-16T00:00:00Z</dcterms:created>
  <dcterms:modified xsi:type="dcterms:W3CDTF">2024-11-05T20:16:11Z</dcterms:modified>
  <dc:identifier>DAGVosxI8zQ</dc:identifier>
</cp:coreProperties>
</file>